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Tesla Model 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Up to 321 miles EPA-est. range and access to Tesla Superchargers reduce route and charging friction.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About 74 cu ft cargo space gives sales reps more room than the Mach-E's ~59.7 cu 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Tesla states no annual maintenance or regular fluid changes, helping lower fleet downtime.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For a 100-car sales fleet, choose the Tesla Model Y over the Ford Mustang Mach-E for better operational efficiency, charging convenience, and cargo practicality.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